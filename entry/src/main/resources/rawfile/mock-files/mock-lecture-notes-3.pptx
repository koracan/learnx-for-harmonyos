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zh-CN" altLang="en-US" sz="2800" b="1" dirty="0"/>
              <a:t>Click to edit Master title style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zh-CN" altLang="en-US" sz="3200" b="1" dirty="0"/>
              <a:t>课堂讲义（第三讲）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zh-CN" altLang="en-US" sz="2000" b="1" dirty="0"/>
              <a:t>马克思主义基本原理</a:t>
            </a:r>
            <a:endParaRPr lang="zh-CN" altLang="en-US" dirty="0"/>
          </a:p>
          <a:p>
            <a:r>
              <a:rPr lang="zh-CN" altLang="en-US" sz="1800" dirty="0"/>
              <a:t>课程教师：赵磊</a:t>
            </a:r>
            <a:r>
              <a:rPr lang="zh-CN" altLang="en-US" sz="1800" dirty="0"/>
              <a:t>  文件编号：mock-wjid-104</a:t>
            </a:r>
            <a:endParaRPr lang="zh-CN" altLang="en-US" dirty="0"/>
          </a:p>
          <a:p>
            <a:r>
              <a:rPr lang="zh-CN" altLang="en-US" sz="1800" dirty="0"/>
              <a:t>本文件是 learnOH Mock 模式下打进包里的样例讲义（mock=104）。</a:t>
            </a:r>
            <a:endParaRPr lang="zh-CN" altLang="en-US" dirty="0"/>
          </a:p>
          <a:p>
            <a:r>
              <a:rPr lang="zh-CN" altLang="en-US" sz="1800" dirty="0"/>
              <a:t>它存在的目的：mock 登录后点开「文件」也能真的落盘出可打开的文件，</a:t>
            </a:r>
            <a:endParaRPr lang="zh-CN" altLang="en-US" dirty="0"/>
          </a:p>
          <a:p>
            <a:r>
              <a:rPr lang="zh-CN" altLang="en-US" sz="1800" dirty="0"/>
              <a:t>于是预览 / 交给系统打开 / 分享 / 缓存命中全部走通，且一行网络请求都不发。</a:t>
            </a:r>
            <a:endParaRPr lang="zh-CN" altLang="en-US" dirty="0"/>
          </a:p>
          <a:p>
            <a:r>
              <a:rPr lang="zh-CN" altLang="en-US" sz="1800" dirty="0"/>
              <a:t>第三讲提纲：</a:t>
            </a:r>
            <a:endParaRPr lang="zh-CN" altLang="en-US" dirty="0"/>
          </a:p>
          <a:p>
            <a:r>
              <a:rPr lang="zh-CN" altLang="en-US" sz="1800" dirty="0"/>
              <a:t>  1. 实践与认识的辩证关系</a:t>
            </a:r>
            <a:endParaRPr lang="zh-CN" altLang="en-US" dirty="0"/>
          </a:p>
          <a:p>
            <a:r>
              <a:rPr lang="zh-CN" altLang="en-US" sz="1800" dirty="0"/>
              <a:t>  2. 社会存在与社会意识</a:t>
            </a:r>
            <a:endParaRPr lang="zh-CN" altLang="en-US" dirty="0"/>
          </a:p>
          <a:p>
            <a:r>
              <a:rPr lang="zh-CN" altLang="en-US" sz="1800" dirty="0"/>
              <a:t>  3. 课下阅读：教材第三章 3.1 - 3.3 节</a:t>
            </a:r>
            <a:endParaRPr lang="zh-CN" altLang="en-US" dirty="0"/>
          </a:p>
          <a:p>
            <a:r>
              <a:rPr lang="zh-CN" altLang="en-US" sz="1800" dirty="0"/>
              <a:t/>
            </a:r>
            <a:endParaRPr lang="zh-CN" altLang="en-US" dirty="0"/>
          </a:p>
          <a:p>
            <a:r>
              <a:rPr lang="zh-CN" altLang="en-US" sz="1800" dirty="0"/>
              <a:t>（本页文字由 scripts/gen-mock-files.mjs 生成，结构校验见 scripts/check-mock-files.mjs）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OH Mock Theme">
  <a:themeElements>
    <a:clrScheme name="learnOH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earnOH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earnO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